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57150">
            <a:solidFill>
              <a:srgbClr val="1F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noFill/>
          <a:ln w="1587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2F5C"/>
                </a:solidFill>
                <a:latin typeface="Georgia"/>
              </a:rPr>
              <a:t>CERTIFICATE OF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1">
                <a:solidFill>
                  <a:srgbClr val="B88A2E"/>
                </a:solidFill>
                <a:latin typeface="Georgia"/>
              </a:rPr>
              <a:t>On-the-Job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628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5A667A"/>
                </a:solidFill>
                <a:latin typeface="Calibri"/>
              </a:rPr>
              <a:t>This certificate is proudly given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628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1">
                <a:solidFill>
                  <a:srgbClr val="222B3A"/>
                </a:solidFill>
                <a:latin typeface="Georgia"/>
              </a:rPr>
              <a:t>{{NAME}}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3749039"/>
            <a:ext cx="5973775" cy="0"/>
          </a:xfrm>
          <a:prstGeom prst="line">
            <a:avLst/>
          </a:prstGeom>
          <a:ln w="19050">
            <a:solidFill>
              <a:srgbClr val="B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0" y="3840480"/>
            <a:ext cx="963137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222B3A"/>
                </a:solidFill>
                <a:latin typeface="Calibri"/>
              </a:rPr>
              <a:t>for successfully completing {{HOURS}} hours of On-the-Job Training at {{COMPANY}}, from {{START_DATE}} to {{END_DATE}}, as a requirement of the {{COURSE}} program of {{SCHOOL}}.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6289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1">
                <a:solidFill>
                  <a:srgbClr val="5A667A"/>
                </a:solidFill>
                <a:latin typeface="Calibri"/>
              </a:rPr>
              <a:t>Given this {{DATE}}.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80560" y="5989320"/>
            <a:ext cx="3230575" cy="0"/>
          </a:xfrm>
          <a:prstGeom prst="line">
            <a:avLst/>
          </a:prstGeom>
          <a:ln w="15875">
            <a:solidFill>
              <a:srgbClr val="22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66160" y="5486400"/>
            <a:ext cx="5059375" cy="457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800" b="1" i="0">
                <a:solidFill>
                  <a:srgbClr val="222B3A"/>
                </a:solidFill>
                <a:latin typeface="Georgia"/>
              </a:rPr>
              <a:t>{{SUPERVISOR}}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6035040"/>
            <a:ext cx="50593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67A"/>
                </a:solidFill>
                <a:latin typeface="Calibri"/>
              </a:rPr>
              <a:t>Supervisor, {{COMPANY}}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